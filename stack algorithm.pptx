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DD682C0-00BE-4F3A-A5EF-2441B89F7BC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27133A1D-392F-487A-8065-AF4798BDDE9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663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STACK DATA STRUCTURE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IN" dirty="0"/>
              <a:t>                                                   Name:v.chathurya</a:t>
            </a:r>
            <a:endParaRPr lang="en-US" altLang="en-IN" dirty="0"/>
          </a:p>
          <a:p>
            <a:r>
              <a:rPr lang="en-US" altLang="en-IN" dirty="0"/>
              <a:t>                                                    Roll no: 25p61A05AH</a:t>
            </a:r>
            <a:endParaRPr lang="en-US" altLang="en-IN" dirty="0"/>
          </a:p>
          <a:p>
            <a:r>
              <a:rPr lang="en-US" altLang="en-IN" dirty="0"/>
              <a:t>                                                    Branch: cse-F</a:t>
            </a:r>
            <a:endParaRPr lang="en-US" altLang="en-IN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             </a:t>
            </a:r>
            <a:r>
              <a:rPr lang="en-IN" sz="5400" dirty="0">
                <a:latin typeface="Algerian" panose="04020705040A02060702" pitchFamily="82" charset="0"/>
              </a:rPr>
              <a:t>Introduction to Stack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0078"/>
            <a:ext cx="10515600" cy="43334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linear data structure that follows a specific order for operations.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order is called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LIFO (Last In, First Out)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This means that the element inserted last is the one that will be removed first.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lgerian" panose="04020705040A02060702" pitchFamily="82" charset="0"/>
              </a:rPr>
              <a:t>BASIC CONCEPTS OF STACK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200" b="1" dirty="0"/>
              <a:t>LIFO Principle</a:t>
            </a:r>
            <a:endParaRPr lang="en-US" sz="2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/>
              <a:t>The stack follows the </a:t>
            </a:r>
            <a:r>
              <a:rPr lang="en-US" sz="2200" b="1" dirty="0"/>
              <a:t>Last In, First Out</a:t>
            </a:r>
            <a:r>
              <a:rPr lang="en-US" sz="2200" dirty="0"/>
              <a:t> principle:</a:t>
            </a:r>
            <a:endParaRPr lang="en-US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/>
              <a:t>The last element added is the first to be removed. </a:t>
            </a:r>
            <a:endParaRPr lang="en-US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/>
              <a:t>Similar to a stack of plates. </a:t>
            </a:r>
            <a:endParaRPr lang="en-US" sz="2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b="1" dirty="0"/>
              <a:t> Terminology</a:t>
            </a:r>
            <a:endParaRPr lang="en-US" sz="2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b="1" dirty="0"/>
              <a:t>Push</a:t>
            </a:r>
            <a:r>
              <a:rPr lang="en-US" sz="2200" dirty="0"/>
              <a:t>: Adding an element to the stack </a:t>
            </a:r>
            <a:endParaRPr lang="en-US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b="1" dirty="0"/>
              <a:t>Pop</a:t>
            </a:r>
            <a:r>
              <a:rPr lang="en-US" sz="2200" dirty="0"/>
              <a:t>: Removing an element from the stack </a:t>
            </a:r>
            <a:endParaRPr lang="en-US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b="1" dirty="0"/>
              <a:t>Peek/Top</a:t>
            </a:r>
            <a:r>
              <a:rPr lang="en-US" sz="2200" dirty="0"/>
              <a:t>: Viewing the top element </a:t>
            </a:r>
            <a:endParaRPr lang="en-US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b="1" dirty="0"/>
              <a:t>Overflow</a:t>
            </a:r>
            <a:r>
              <a:rPr lang="en-US" sz="2200" dirty="0"/>
              <a:t>: When stack is full </a:t>
            </a:r>
            <a:endParaRPr lang="en-US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b="1" dirty="0"/>
              <a:t>Underflow</a:t>
            </a:r>
            <a:r>
              <a:rPr lang="en-US" sz="2200" dirty="0"/>
              <a:t>: When stack is empty </a:t>
            </a:r>
            <a:endParaRPr lang="en-US" sz="2200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Algerian" panose="04020705040A02060702" pitchFamily="82" charset="0"/>
              </a:rPr>
              <a:t>REPRESENTATION OF STACK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530" y="1828800"/>
            <a:ext cx="5148469" cy="3796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Stacks can be implemented in two ways: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b="1" dirty="0"/>
              <a:t>Stack using Arrays</a:t>
            </a:r>
            <a:endParaRPr lang="en-US" sz="3000" b="1" dirty="0"/>
          </a:p>
          <a:p>
            <a:r>
              <a:rPr lang="en-US" dirty="0"/>
              <a:t>Uses a fixed-size array </a:t>
            </a:r>
            <a:endParaRPr lang="en-US" dirty="0"/>
          </a:p>
          <a:p>
            <a:r>
              <a:rPr lang="en-US" dirty="0"/>
              <a:t>Requires a variable called </a:t>
            </a:r>
            <a:r>
              <a:rPr lang="en-US" b="1" dirty="0"/>
              <a:t>top</a:t>
            </a:r>
            <a:endParaRPr lang="en-US" b="1" dirty="0"/>
          </a:p>
          <a:p>
            <a:r>
              <a:rPr lang="en-US" dirty="0"/>
              <a:t> to track the position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Stack: [10, 20, 30]</a:t>
            </a:r>
            <a:br>
              <a:rPr lang="en-US" dirty="0"/>
            </a:br>
            <a:r>
              <a:rPr lang="en-US" dirty="0"/>
              <a:t>Top → 30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030" name="Picture 6" descr="Implementation of Stack using Array — Data Structures &amp; Algorithms | by  Anurag Joshi | Mediu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9" y="2236303"/>
            <a:ext cx="6033054" cy="353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530" y="834887"/>
            <a:ext cx="5734879" cy="4363278"/>
          </a:xfrm>
        </p:spPr>
        <p:txBody>
          <a:bodyPr/>
          <a:lstStyle/>
          <a:p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/>
              <a:t>Stack using linked list</a:t>
            </a:r>
            <a:endParaRPr lang="en-US" sz="3200" b="1" dirty="0"/>
          </a:p>
          <a:p>
            <a:r>
              <a:rPr lang="en-US" dirty="0"/>
              <a:t>Uses dynamic memory allocation </a:t>
            </a:r>
            <a:endParaRPr lang="en-US" dirty="0"/>
          </a:p>
          <a:p>
            <a:r>
              <a:rPr lang="en-US" dirty="0"/>
              <a:t>No fixed size limitation </a:t>
            </a:r>
            <a:endParaRPr lang="en-US" dirty="0"/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dirty="0"/>
              <a:t>Efficient memory usage </a:t>
            </a:r>
            <a:endParaRPr lang="en-US" dirty="0"/>
          </a:p>
          <a:p>
            <a:r>
              <a:rPr lang="en-US" dirty="0"/>
              <a:t>No overflow (until memory is full) </a:t>
            </a:r>
            <a:endParaRPr lang="en-US" dirty="0"/>
          </a:p>
          <a:p>
            <a:endParaRPr lang="en-IN" dirty="0"/>
          </a:p>
        </p:txBody>
      </p:sp>
      <p:pic>
        <p:nvPicPr>
          <p:cNvPr id="2050" name="Picture 2" descr="Stack Using Linked List in C - GeeksforGeek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12" y="1825625"/>
            <a:ext cx="4873487" cy="251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STACK OPERATIONS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Push Operation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Adds an element to the top of the stack.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Algorithm:</a:t>
            </a:r>
            <a:endParaRPr lang="en-US" dirty="0"/>
          </a:p>
          <a:p>
            <a:r>
              <a:rPr lang="en-US" dirty="0"/>
              <a:t>Check if stack is full </a:t>
            </a:r>
            <a:endParaRPr lang="en-US" dirty="0"/>
          </a:p>
          <a:p>
            <a:r>
              <a:rPr lang="en-US" dirty="0"/>
              <a:t>If full → Overflow </a:t>
            </a:r>
            <a:endParaRPr lang="en-US" dirty="0"/>
          </a:p>
          <a:p>
            <a:r>
              <a:rPr lang="en-US" dirty="0"/>
              <a:t>Else increment top </a:t>
            </a:r>
            <a:endParaRPr lang="en-US" dirty="0"/>
          </a:p>
          <a:p>
            <a:r>
              <a:rPr lang="en-US" dirty="0"/>
              <a:t>Insert element at top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076" name="Picture 4" descr="Difference Between Stack Using Array and Linked List​ » CS Talee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495" y="2802834"/>
            <a:ext cx="6311347" cy="300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123"/>
            <a:ext cx="10515600" cy="40651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Pop Operation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Removes the top element from the stack.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Algorithm:</a:t>
            </a:r>
            <a:endParaRPr lang="en-US" dirty="0"/>
          </a:p>
          <a:p>
            <a:r>
              <a:rPr lang="en-US" dirty="0"/>
              <a:t>Check if stack is empty </a:t>
            </a:r>
            <a:endParaRPr lang="en-US" dirty="0"/>
          </a:p>
          <a:p>
            <a:r>
              <a:rPr lang="en-US" dirty="0"/>
              <a:t>If empty → Underflow </a:t>
            </a:r>
            <a:endParaRPr lang="en-US" dirty="0"/>
          </a:p>
          <a:p>
            <a:r>
              <a:rPr lang="en-US" dirty="0"/>
              <a:t>Else remove element </a:t>
            </a:r>
            <a:endParaRPr lang="en-US" dirty="0"/>
          </a:p>
          <a:p>
            <a:r>
              <a:rPr lang="en-US" dirty="0"/>
              <a:t>Decrement top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765" y="2236303"/>
            <a:ext cx="5516217" cy="41545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078" y="914400"/>
            <a:ext cx="10876722" cy="5262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Peek Operation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Returns the top element without removing it.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Algorithm:</a:t>
            </a:r>
            <a:endParaRPr lang="en-US" dirty="0"/>
          </a:p>
          <a:p>
            <a:r>
              <a:rPr lang="en-US" dirty="0"/>
              <a:t>Check if stack is empty </a:t>
            </a:r>
            <a:endParaRPr lang="en-US" dirty="0"/>
          </a:p>
          <a:p>
            <a:r>
              <a:rPr lang="en-US" dirty="0"/>
              <a:t>Return element at top 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Display Operation</a:t>
            </a:r>
            <a:endParaRPr lang="en-US" b="1" dirty="0"/>
          </a:p>
          <a:p>
            <a:r>
              <a:rPr lang="en-US" dirty="0"/>
              <a:t>Prints all elements from top to bottom.</a:t>
            </a:r>
            <a:endParaRPr lang="en-US" dirty="0"/>
          </a:p>
          <a:p>
            <a:endParaRPr lang="en-IN" dirty="0"/>
          </a:p>
        </p:txBody>
      </p:sp>
      <p:pic>
        <p:nvPicPr>
          <p:cNvPr id="4098" name="Picture 2" descr="How to Use Stack.peek() Method in Java?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270" y="1083365"/>
            <a:ext cx="4856373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57224" y="228601"/>
            <a:ext cx="10554115" cy="158032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Algerian" panose="04020705040A02060702" pitchFamily="82" charset="0"/>
              </a:rPr>
              <a:t>STACK ALGORITHM(Using Array)</a:t>
            </a:r>
            <a:endParaRPr lang="en-IN" sz="4400" dirty="0">
              <a:latin typeface="Algerian" panose="04020705040A02060702" pitchFamily="82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26165" y="1341783"/>
            <a:ext cx="10727635" cy="483518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Initialization</a:t>
            </a:r>
            <a:endParaRPr lang="en-US" b="1" dirty="0"/>
          </a:p>
          <a:p>
            <a:pPr>
              <a:buNone/>
            </a:pPr>
            <a:r>
              <a:rPr lang="en-US" dirty="0"/>
              <a:t>top = -1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Push Algorithm</a:t>
            </a:r>
            <a:endParaRPr lang="en-US" b="1" dirty="0"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en-US" sz="2400" dirty="0"/>
              <a:t>         IF top == MAX - 1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      PRINT "Stack Overflow"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 ELSE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      top = top + 1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      stack[top] = value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  END</a:t>
            </a: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139" y="626165"/>
            <a:ext cx="10886661" cy="555079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Pop Algorithm</a:t>
            </a:r>
            <a:endParaRPr lang="en-IN" b="1" dirty="0"/>
          </a:p>
          <a:p>
            <a:pPr marL="0" indent="0">
              <a:buNone/>
            </a:pPr>
            <a:r>
              <a:rPr lang="en-US" sz="2200" dirty="0"/>
              <a:t>       IF top == -1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     PRINT "Stack Underflow"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ELSE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      value = stack[top]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       top = top - 1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END</a:t>
            </a:r>
            <a:endParaRPr lang="en-US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000" b="1" dirty="0"/>
              <a:t>Peek Algorithm</a:t>
            </a:r>
            <a:endParaRPr lang="en-IN" sz="3000" b="1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sz="2200" dirty="0">
                <a:latin typeface="Aptos Display" panose="020B0004020202020204" pitchFamily="34" charset="0"/>
              </a:rPr>
              <a:t>IF top == -1</a:t>
            </a:r>
            <a:endParaRPr lang="en-US" sz="22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               PRINT "Stack is Empty"</a:t>
            </a:r>
            <a:endParaRPr lang="en-US" sz="22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          ELSE</a:t>
            </a:r>
            <a:endParaRPr lang="en-US" sz="22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               PRINT stack[top]</a:t>
            </a:r>
            <a:endParaRPr lang="en-US" sz="22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Aptos Display" panose="020B0004020202020204" pitchFamily="34" charset="0"/>
              </a:rPr>
              <a:t>           END</a:t>
            </a:r>
            <a:endParaRPr lang="en-IN" sz="22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79512"/>
            <a:ext cx="10316817" cy="88458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            STACK IMPLEMENTATION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775252"/>
            <a:ext cx="4648200" cy="571762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4800" dirty="0"/>
              <a:t>#include &lt;</a:t>
            </a:r>
            <a:r>
              <a:rPr lang="en-IN" sz="4800" dirty="0" err="1"/>
              <a:t>stdio.h</a:t>
            </a:r>
            <a:r>
              <a:rPr lang="en-IN" sz="4800" dirty="0"/>
              <a:t>&gt;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#define MAX 5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int stack[MAX];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int top = -1;</a:t>
            </a:r>
            <a:endParaRPr lang="en-IN" sz="4800" dirty="0"/>
          </a:p>
          <a:p>
            <a:pPr marL="0" indent="0">
              <a:buNone/>
            </a:pPr>
            <a:r>
              <a:rPr lang="en-IN" sz="4800" b="1" dirty="0"/>
              <a:t>void push(int value) {</a:t>
            </a:r>
            <a:endParaRPr lang="en-IN" sz="4800" b="1" dirty="0"/>
          </a:p>
          <a:p>
            <a:pPr marL="0" indent="0">
              <a:buNone/>
            </a:pPr>
            <a:r>
              <a:rPr lang="en-IN" sz="4800" dirty="0"/>
              <a:t>    if (top == MAX - 1)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("Stack Overflow\n");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 else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top++;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stack[top] = value;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}</a:t>
            </a:r>
            <a:endParaRPr lang="en-IN" sz="4800" dirty="0"/>
          </a:p>
          <a:p>
            <a:pPr marL="0" indent="0">
              <a:buNone/>
            </a:pPr>
            <a:r>
              <a:rPr lang="en-IN" sz="4800" b="1" dirty="0"/>
              <a:t>void pop(){</a:t>
            </a:r>
            <a:endParaRPr lang="en-IN" sz="4800" b="1" dirty="0"/>
          </a:p>
          <a:p>
            <a:pPr marL="0" indent="0">
              <a:buNone/>
            </a:pPr>
            <a:r>
              <a:rPr lang="en-IN" sz="4800" dirty="0"/>
              <a:t>if (top == -1)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("Stack Underflow\n");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 else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("Deleted: %d\n", stack[top]);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top--;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}</a:t>
            </a:r>
            <a:endParaRPr lang="en-IN" sz="48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54148" y="775252"/>
            <a:ext cx="6182138" cy="600323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4800" b="1" dirty="0"/>
              <a:t>void peek() {</a:t>
            </a:r>
            <a:endParaRPr lang="en-IN" sz="4800" b="1" dirty="0"/>
          </a:p>
          <a:p>
            <a:pPr marL="0" indent="0">
              <a:buNone/>
            </a:pPr>
            <a:r>
              <a:rPr lang="en-IN" sz="4800" dirty="0"/>
              <a:t>    if (top == -1)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("Stack is empty\n");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 else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</a:t>
            </a:r>
            <a:r>
              <a:rPr lang="en-IN" sz="4800" dirty="0" err="1"/>
              <a:t>printf</a:t>
            </a:r>
            <a:r>
              <a:rPr lang="en-IN" sz="4800" dirty="0"/>
              <a:t>("Top element: %d\n", stack[top]);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}}</a:t>
            </a:r>
            <a:endParaRPr lang="en-IN" sz="4800" dirty="0"/>
          </a:p>
          <a:p>
            <a:pPr marL="0" indent="0">
              <a:buNone/>
            </a:pPr>
            <a:r>
              <a:rPr lang="en-IN" sz="4800" b="1" dirty="0"/>
              <a:t>void display() {</a:t>
            </a:r>
            <a:endParaRPr lang="en-IN" sz="4800" b="1" dirty="0"/>
          </a:p>
          <a:p>
            <a:pPr marL="0" indent="0">
              <a:buNone/>
            </a:pPr>
            <a:r>
              <a:rPr lang="en-IN" sz="4800" dirty="0"/>
              <a:t>    int </a:t>
            </a:r>
            <a:r>
              <a:rPr lang="en-IN" sz="4800" dirty="0" err="1"/>
              <a:t>i</a:t>
            </a:r>
            <a:r>
              <a:rPr lang="en-IN" sz="4800" dirty="0"/>
              <a:t>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if (top == -1)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</a:t>
            </a:r>
            <a:r>
              <a:rPr lang="en-IN" sz="4800" dirty="0" err="1"/>
              <a:t>printf</a:t>
            </a:r>
            <a:r>
              <a:rPr lang="en-IN" sz="4800" dirty="0"/>
              <a:t>("Stack is empty\n");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} else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for (</a:t>
            </a:r>
            <a:r>
              <a:rPr lang="en-IN" sz="4800" dirty="0" err="1"/>
              <a:t>i</a:t>
            </a:r>
            <a:r>
              <a:rPr lang="en-IN" sz="4800" dirty="0"/>
              <a:t> = top; </a:t>
            </a:r>
            <a:r>
              <a:rPr lang="en-IN" sz="4800" dirty="0" err="1"/>
              <a:t>i</a:t>
            </a:r>
            <a:r>
              <a:rPr lang="en-IN" sz="4800" dirty="0"/>
              <a:t> &gt;= 0; </a:t>
            </a:r>
            <a:r>
              <a:rPr lang="en-IN" sz="4800" dirty="0" err="1"/>
              <a:t>i</a:t>
            </a:r>
            <a:r>
              <a:rPr lang="en-IN" sz="4800" dirty="0"/>
              <a:t>--) {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("%d\n", stack[</a:t>
            </a:r>
            <a:r>
              <a:rPr lang="en-IN" sz="4800" dirty="0" err="1"/>
              <a:t>i</a:t>
            </a:r>
            <a:r>
              <a:rPr lang="en-IN" sz="4800" dirty="0"/>
              <a:t>]);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}   }   }</a:t>
            </a:r>
            <a:endParaRPr lang="en-IN" sz="4800" dirty="0"/>
          </a:p>
          <a:p>
            <a:pPr marL="0" indent="0">
              <a:buNone/>
            </a:pPr>
            <a:r>
              <a:rPr lang="en-IN" sz="4800" b="1" dirty="0"/>
              <a:t>int main() {</a:t>
            </a:r>
            <a:endParaRPr lang="en-IN" sz="4800" b="1" dirty="0"/>
          </a:p>
          <a:p>
            <a:pPr marL="0" indent="0">
              <a:buNone/>
            </a:pPr>
            <a:r>
              <a:rPr lang="en-IN" sz="4800" dirty="0"/>
              <a:t>    push(10);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push(20);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push(30);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display();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pop();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peek(); </a:t>
            </a: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return 0;</a:t>
            </a:r>
            <a:endParaRPr lang="en-IN" sz="4800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35" y="516835"/>
            <a:ext cx="10836965" cy="5660128"/>
          </a:xfrm>
        </p:spPr>
        <p:txBody>
          <a:bodyPr/>
          <a:lstStyle/>
          <a:p>
            <a:endParaRPr lang="en-US" sz="2400" dirty="0"/>
          </a:p>
          <a:p>
            <a:pPr marL="0" indent="0">
              <a:buNone/>
            </a:pPr>
            <a:r>
              <a:rPr lang="en-US" sz="3600" b="1" dirty="0"/>
              <a:t>Advantages of stack</a:t>
            </a:r>
            <a:endParaRPr lang="en-US" sz="3600" b="1" dirty="0"/>
          </a:p>
          <a:p>
            <a:r>
              <a:rPr lang="en-US" sz="2400" dirty="0"/>
              <a:t>Simple and easy to implement </a:t>
            </a:r>
            <a:endParaRPr lang="en-US" sz="2400" dirty="0"/>
          </a:p>
          <a:p>
            <a:r>
              <a:rPr lang="en-US" sz="2400" dirty="0"/>
              <a:t>Efficient for LIFO operations </a:t>
            </a:r>
            <a:endParaRPr lang="en-US" sz="2400" dirty="0"/>
          </a:p>
          <a:p>
            <a:r>
              <a:rPr lang="en-US" sz="2400" dirty="0"/>
              <a:t>Useful in recursion and memory management </a:t>
            </a:r>
            <a:endParaRPr lang="en-US" sz="2400" dirty="0"/>
          </a:p>
          <a:p>
            <a:pPr marL="0" indent="0">
              <a:buNone/>
            </a:pPr>
            <a:r>
              <a:rPr lang="en-IN" sz="3200" b="1" dirty="0"/>
              <a:t>Disadvantages of stack</a:t>
            </a:r>
            <a:endParaRPr lang="en-IN" sz="3200" b="1" dirty="0"/>
          </a:p>
          <a:p>
            <a:r>
              <a:rPr lang="en-IN" sz="2400" dirty="0"/>
              <a:t>Limited size(In array implementation)</a:t>
            </a:r>
            <a:endParaRPr lang="en-IN" sz="2400" dirty="0"/>
          </a:p>
          <a:p>
            <a:r>
              <a:rPr lang="en-IN" sz="2400" dirty="0"/>
              <a:t>Cannot access elements randomly</a:t>
            </a:r>
            <a:endParaRPr lang="en-IN" sz="2400" dirty="0"/>
          </a:p>
          <a:p>
            <a:r>
              <a:rPr lang="en-IN" sz="2400" dirty="0"/>
              <a:t>Only top element is accessible</a:t>
            </a:r>
            <a:endParaRPr lang="en-IN" sz="2400" dirty="0"/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673626"/>
            <a:ext cx="10515600" cy="99391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lgerian" panose="04020705040A02060702" pitchFamily="82" charset="0"/>
              </a:rPr>
              <a:t>THANK YOU</a:t>
            </a:r>
            <a:endParaRPr lang="en-IN" sz="54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0</TotalTime>
  <Words>3167</Words>
  <Application>WPS Presentation</Application>
  <PresentationFormat>Widescreen</PresentationFormat>
  <Paragraphs>168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Algerian</vt:lpstr>
      <vt:lpstr>Courier New</vt:lpstr>
      <vt:lpstr>Arial Black</vt:lpstr>
      <vt:lpstr>Aptos Display</vt:lpstr>
      <vt:lpstr>Segoe UI Variable Display</vt:lpstr>
      <vt:lpstr>Calibri Light</vt:lpstr>
      <vt:lpstr>Microsoft YaHei</vt:lpstr>
      <vt:lpstr>Arial Unicode MS</vt:lpstr>
      <vt:lpstr>Calibri</vt:lpstr>
      <vt:lpstr>Metropolitan</vt:lpstr>
      <vt:lpstr>STACK DATA STRUCTURE</vt:lpstr>
      <vt:lpstr>             Introduction to Stack </vt:lpstr>
      <vt:lpstr>BASIC CONCEPTS OF STACK</vt:lpstr>
      <vt:lpstr>REPRESENTATION OF STACK</vt:lpstr>
      <vt:lpstr>PowerPoint 演示文稿</vt:lpstr>
      <vt:lpstr>STACK OPERATIONS</vt:lpstr>
      <vt:lpstr>PowerPoint 演示文稿</vt:lpstr>
      <vt:lpstr>PowerPoint 演示文稿</vt:lpstr>
      <vt:lpstr>STACK ALGORITHM(Using Array)</vt:lpstr>
      <vt:lpstr>PowerPoint 演示文稿</vt:lpstr>
      <vt:lpstr>            STACK IMPLEMENTATION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VUNNAM CHATHURYA</dc:creator>
  <cp:lastModifiedBy>vunna</cp:lastModifiedBy>
  <cp:revision>3</cp:revision>
  <dcterms:created xsi:type="dcterms:W3CDTF">2026-03-27T04:49:00Z</dcterms:created>
  <dcterms:modified xsi:type="dcterms:W3CDTF">2026-05-01T16:34:59Z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BEC170AE43334439BD0864390EA8229A_13</vt:lpwstr>
  </property>
  <property fmtid="{D5CDD505-2E9C-101B-9397-08002B2CF9AE}" pid="3" name="KSOProductBuildVer">
    <vt:lpwstr>1033-12.1.0.25242</vt:lpwstr>
  </property>
</Properties>
</file>